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0EE425-C46A-43F1-A4AD-949C983BF8EF}" v="5" dt="2026-10-16T03:09:54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5279" y="2354579"/>
            <a:ext cx="109728" cy="411480"/>
          </a:xfrm>
          <a:prstGeom prst="round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02167" y="2171700"/>
            <a:ext cx="109728" cy="7772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49055" y="1988819"/>
            <a:ext cx="109728" cy="11430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95944" y="2240279"/>
            <a:ext cx="109728" cy="640080"/>
          </a:xfrm>
          <a:prstGeom prst="round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42832" y="1851660"/>
            <a:ext cx="109728" cy="14173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89719" y="2125979"/>
            <a:ext cx="109728" cy="86868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36608" y="2308860"/>
            <a:ext cx="109728" cy="502920"/>
          </a:xfrm>
          <a:prstGeom prst="round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83496" y="2034539"/>
            <a:ext cx="109728" cy="10515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930384" y="2263139"/>
            <a:ext cx="109728" cy="59436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77272" y="1943100"/>
            <a:ext cx="109728" cy="1234440"/>
          </a:xfrm>
          <a:prstGeom prst="round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24159" y="2194560"/>
            <a:ext cx="109728" cy="7315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671048" y="2331720"/>
            <a:ext cx="109728" cy="4572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051560"/>
            <a:ext cx="71323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000" b="1">
                <a:solidFill>
                  <a:srgbClr val="2DD4BF"/>
                </a:solidFill>
                <a:latin typeface="Aptos"/>
              </a:defRPr>
            </a:pPr>
            <a:r>
              <a:t>MUSIC PLAYLIST &amp;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664208"/>
            <a:ext cx="731520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"/>
              </a:defRPr>
            </a:pPr>
            <a:r>
              <a:t>LISTENING STATS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F69B4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6400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7F9FF"/>
                </a:solidFill>
                <a:latin typeface="Aptos"/>
              </a:defRPr>
            </a:pPr>
            <a:r>
              <a:t>CO1  •  CO2  •  CO3  •  CO4  •  CO5  •  CO6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09160"/>
            <a:ext cx="8055864" cy="140346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B7C2DA"/>
                </a:solidFill>
                <a:latin typeface="Aptos"/>
              </a:defRPr>
            </a:pPr>
            <a:r>
              <a:rPr b="1" dirty="0"/>
              <a:t>Presented by</a:t>
            </a:r>
            <a:r>
              <a:rPr dirty="0"/>
              <a:t>: </a:t>
            </a:r>
            <a:r>
              <a:rPr lang="en-IN" sz="1400" b="1" dirty="0">
                <a:solidFill>
                  <a:srgbClr val="F8F7FC"/>
                </a:solidFill>
                <a:latin typeface="Aptos"/>
              </a:rPr>
              <a:t>Nisha  • 2620030589   |   Lahari  • 2620030596   |   Likhita  • 2620030468</a:t>
            </a:r>
          </a:p>
          <a:p>
            <a:pPr>
              <a:defRPr sz="1400" b="0">
                <a:solidFill>
                  <a:srgbClr val="B7C2DA"/>
                </a:solidFill>
                <a:latin typeface="Aptos"/>
              </a:defRPr>
            </a:pPr>
            <a:r>
              <a:rPr lang="en-IN" b="1" dirty="0"/>
              <a:t>Course: PSP(JAVA)</a:t>
            </a:r>
            <a:br>
              <a:rPr b="1" dirty="0"/>
            </a:br>
            <a:r>
              <a:rPr b="1" dirty="0"/>
              <a:t>Section: </a:t>
            </a:r>
            <a:r>
              <a:rPr lang="en-IN" b="1" dirty="0"/>
              <a:t>7</a:t>
            </a:r>
            <a:br>
              <a:rPr b="1" dirty="0"/>
            </a:br>
            <a:r>
              <a:rPr b="1" dirty="0"/>
              <a:t>Fac</a:t>
            </a:r>
            <a:r>
              <a:rPr lang="en-IN" b="1" dirty="0" err="1"/>
              <a:t>ulty</a:t>
            </a:r>
            <a:r>
              <a:rPr lang="en-IN" b="1" dirty="0"/>
              <a:t>: G. Mamatha</a:t>
            </a:r>
          </a:p>
          <a:p>
            <a:pPr>
              <a:defRPr sz="1400" b="0">
                <a:solidFill>
                  <a:srgbClr val="B7C2DA"/>
                </a:solidFill>
                <a:latin typeface="Aptos"/>
              </a:defRPr>
            </a:pPr>
            <a:r>
              <a:rPr lang="en-IN" b="1" dirty="0"/>
              <a:t>GIT HUB LINK : </a:t>
            </a:r>
            <a:r>
              <a:rPr lang="en-IN" b="1" dirty="0">
                <a:hlinkClick r:id="rId2" action="ppaction://hlinksldjump"/>
              </a:rPr>
              <a:t>https://github.com/LikhitaJujjavarapu/KLH-CSE-Y26-JAVA_MUSIC_STATS_MANAGER</a:t>
            </a:r>
            <a:endParaRPr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31520" y="6144768"/>
            <a:ext cx="8412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A smart way to organize music and understand listening habits.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F7F9FF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515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7C2DA"/>
                </a:solidFill>
                <a:latin typeface="Aptos"/>
              </a:defRPr>
            </a:pPr>
            <a:r>
              <a:t>Project overview and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91440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69848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000" b="1">
                <a:solidFill>
                  <a:srgbClr val="F7F9FF"/>
                </a:solidFill>
                <a:latin typeface="Aptos"/>
              </a:defRPr>
            </a:pPr>
            <a:r>
              <a:t>The Music Playlist &amp; Listening Stats Manager is a Java-based academic project that organizes a user's music library and summarizes listening activity through a simple menu-driven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3474720" cy="20574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816352"/>
            <a:ext cx="64008" cy="191109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CORE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73552"/>
            <a:ext cx="3127248" cy="103412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7F9FF"/>
                </a:solidFill>
                <a:latin typeface="Aptos"/>
              </a:defRPr>
            </a:pPr>
            <a:r>
              <a:rPr dirty="0"/>
              <a:t>• Add, view, </a:t>
            </a:r>
            <a:r>
              <a:rPr lang="en-IN" dirty="0"/>
              <a:t>and </a:t>
            </a:r>
            <a:r>
              <a:rPr dirty="0"/>
              <a:t>search a song</a:t>
            </a:r>
            <a:br>
              <a:rPr dirty="0"/>
            </a:br>
            <a:r>
              <a:rPr dirty="0"/>
              <a:t>• Create and manage playlists</a:t>
            </a:r>
            <a:br>
              <a:rPr dirty="0"/>
            </a:br>
            <a:r>
              <a:rPr dirty="0"/>
              <a:t>• Record play counts and listening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743200"/>
            <a:ext cx="3474720" cy="20574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2816352"/>
            <a:ext cx="64008" cy="1911095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88036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704EEB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273552"/>
            <a:ext cx="3127248" cy="126496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7F9FF"/>
                </a:solidFill>
                <a:latin typeface="Aptos"/>
              </a:defRPr>
            </a:pPr>
            <a:r>
              <a:rPr dirty="0"/>
              <a:t>• Java classes and object-oriented design</a:t>
            </a:r>
            <a:br>
              <a:rPr dirty="0"/>
            </a:br>
            <a:r>
              <a:rPr dirty="0"/>
              <a:t>• Arrays, </a:t>
            </a:r>
            <a:r>
              <a:rPr dirty="0" err="1"/>
              <a:t>ArrayList</a:t>
            </a:r>
            <a:r>
              <a:rPr dirty="0"/>
              <a:t> and collections</a:t>
            </a:r>
            <a:br>
              <a:rPr dirty="0"/>
            </a:br>
            <a:r>
              <a:rPr dirty="0"/>
              <a:t>• Exceptions and </a:t>
            </a:r>
            <a:r>
              <a:rPr lang="en-IN" dirty="0"/>
              <a:t>files</a:t>
            </a:r>
            <a:r>
              <a:rPr dirty="0"/>
              <a:t> </a:t>
            </a:r>
            <a:r>
              <a:rPr lang="en-IN" dirty="0"/>
              <a:t>handling</a:t>
            </a:r>
            <a:br>
              <a:rPr dirty="0"/>
            </a:br>
            <a:r>
              <a:rPr dirty="0"/>
              <a:t>• Stream</a:t>
            </a:r>
            <a:r>
              <a:rPr lang="en-IN" dirty="0"/>
              <a:t> API</a:t>
            </a:r>
            <a:r>
              <a:rPr dirty="0"/>
              <a:t>, lambdas and Optional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743200"/>
            <a:ext cx="3474720" cy="20574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16352"/>
            <a:ext cx="64008" cy="1911095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88036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F69B4"/>
                </a:solidFill>
                <a:latin typeface="Aptos"/>
              </a:defRPr>
            </a:pPr>
            <a:r>
              <a:t>EXPECTED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73552"/>
            <a:ext cx="3127248" cy="14356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7F9FF"/>
                </a:solidFill>
                <a:latin typeface="Aptos"/>
              </a:defRPr>
            </a:pPr>
            <a:r>
              <a:rPr dirty="0"/>
              <a:t>• Faster playlist organization</a:t>
            </a:r>
            <a:br>
              <a:rPr dirty="0"/>
            </a:br>
            <a:r>
              <a:rPr dirty="0"/>
              <a:t>• Useful listening summaries</a:t>
            </a:r>
            <a:br>
              <a:rPr dirty="0"/>
            </a:br>
            <a:r>
              <a:rPr dirty="0"/>
              <a:t>• Persistent data between runs</a:t>
            </a:r>
            <a:br>
              <a:rPr dirty="0"/>
            </a:br>
            <a:r>
              <a:rPr dirty="0"/>
              <a:t>• Clear demonstration of CO1–CO6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F7F9FF"/>
                </a:solidFill>
                <a:latin typeface="Aptos"/>
              </a:defRPr>
            </a:pPr>
            <a:r>
              <a:rPr dirty="0"/>
              <a:t>CO1 — Problem Solving &amp; </a:t>
            </a:r>
            <a:r>
              <a:rPr lang="en-IN" dirty="0"/>
              <a:t>using basic concepts of java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515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7C2DA"/>
                </a:solidFill>
                <a:latin typeface="Aptos"/>
              </a:defRPr>
            </a:pPr>
            <a:r>
              <a:t>From user input to a working menu-driven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91440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474720" cy="18288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73352"/>
            <a:ext cx="64008" cy="16824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73736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COMPUTATIONAL THINKING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30552"/>
            <a:ext cx="3127248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Decompose the system into songs, playlists, playback events and reports. Identify repeated tasks and design reusable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474720" cy="18288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73352"/>
            <a:ext cx="64008" cy="1682496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737360"/>
            <a:ext cx="3154679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704EEB"/>
                </a:solidFill>
                <a:latin typeface="Aptos"/>
              </a:defRPr>
            </a:pPr>
            <a:r>
              <a:rPr dirty="0"/>
              <a:t>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30552"/>
            <a:ext cx="3127248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Input: song details / menu choice</a:t>
            </a:r>
            <a:br/>
            <a:r>
              <a:t>Process: validate, update playlist or stats</a:t>
            </a:r>
            <a:br/>
            <a:r>
              <a:t>Output: confirmation, song list or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474720" cy="18288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73352"/>
            <a:ext cx="64008" cy="1682496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F69B4"/>
                </a:solidFill>
                <a:latin typeface="Aptos"/>
              </a:defRPr>
            </a:pPr>
            <a:r>
              <a:t>ALGORITHM →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30552"/>
            <a:ext cx="3127248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1. Read menu choice</a:t>
            </a:r>
            <a:br/>
            <a:r>
              <a:t>2. Validate input</a:t>
            </a:r>
            <a:br/>
            <a:r>
              <a:t>3. Call selected operation</a:t>
            </a:r>
            <a:br/>
            <a:r>
              <a:t>4. Display result</a:t>
            </a:r>
            <a:br/>
            <a:r>
              <a:t>5. Repeat until 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5029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Aptos"/>
              </a:defRPr>
            </a:pPr>
            <a:r>
              <a:t>Java structure &amp; concepts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60520"/>
            <a:ext cx="10789920" cy="1965960"/>
          </a:xfrm>
          <a:prstGeom prst="rect">
            <a:avLst/>
          </a:prstGeom>
          <a:noFill/>
        </p:spPr>
        <p:txBody>
          <a:bodyPr wrap="square" lIns="54864" tIns="18288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t>•  Main class and main() method start the application.</a:t>
            </a:r>
          </a:p>
          <a:p>
            <a:pPr>
              <a:spcAft>
                <a:spcPts val="5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t>•  Variables store title, artist, duration, play count and menu choice.</a:t>
            </a:r>
          </a:p>
          <a:p>
            <a:pPr>
              <a:spcAft>
                <a:spcPts val="5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t>•  Types: String, int, long, double and boolean; operators/expressions calculate totals and averages.</a:t>
            </a:r>
          </a:p>
          <a:p>
            <a:pPr>
              <a:spcAft>
                <a:spcPts val="5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t>•  Scanner supports console input; System.out.println() displays menus and results.</a:t>
            </a:r>
          </a:p>
          <a:p>
            <a:pPr>
              <a:spcAft>
                <a:spcPts val="5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t>•  Pseudocode/flowchart: Start → Show menu → Read choice → Execute action → Repeat / Exit.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F7F9FF"/>
                </a:solidFill>
                <a:latin typeface="Aptos"/>
              </a:defRPr>
            </a:pPr>
            <a:r>
              <a:t>CO2 — Arrays, Searching &amp; Sorting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515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7C2DA"/>
                </a:solidFill>
                <a:latin typeface="Aptos"/>
              </a:defRPr>
            </a:pPr>
            <a:r>
              <a:t>Representing and organizing music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91440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74720" cy="18288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4008" cy="16824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ONE-DIMENSIONAL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76272"/>
            <a:ext cx="3127248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A Song[] array can hold a fixed-size set of songs. Traversal uses a loop to display each song or total durations.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18288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719072"/>
            <a:ext cx="64008" cy="1682496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704EEB"/>
                </a:solidFill>
                <a:latin typeface="Aptos"/>
              </a:defRPr>
            </a:pPr>
            <a:r>
              <a:t>TWO-DIMENSIONAL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76272"/>
            <a:ext cx="3127248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A String[][] or int[][] can represent a simple track matrix, such as playlist rows and song-position columns, or a listening summary by day and metric.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474720" cy="18288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19072"/>
            <a:ext cx="64008" cy="1682496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F69B4"/>
                </a:solidFill>
                <a:latin typeface="Aptos"/>
              </a:defRPr>
            </a:pPr>
            <a:r>
              <a:t>SEARCH &amp; 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76272"/>
            <a:ext cx="3127248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Linear search finds a title or artist. Sorting can order songs alphabetically, by duration or by play 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Aptos"/>
              </a:defRPr>
            </a:pPr>
            <a:r>
              <a:t>Illustrative traversal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97680"/>
            <a:ext cx="4937760" cy="1325880"/>
          </a:xfrm>
          <a:prstGeom prst="roundRect">
            <a:avLst/>
          </a:prstGeom>
          <a:solidFill>
            <a:srgbClr val="090F20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62272"/>
            <a:ext cx="4572000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70E6AA"/>
                </a:solidFill>
                <a:latin typeface="Consolas"/>
              </a:defRPr>
            </a:pPr>
            <a:r>
              <a:t>for (Song song : songs) {</a:t>
            </a:r>
            <a:br/>
            <a:r>
              <a:t>    System.out.println(song.getTitle()</a:t>
            </a:r>
            <a:br/>
            <a:r>
              <a:t>        + " — " + song.getArtist());</a:t>
            </a:r>
            <a:br/>
            <a: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343400"/>
            <a:ext cx="512064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7F9FF"/>
                </a:solidFill>
                <a:latin typeface="Aptos"/>
              </a:defRPr>
            </a:pPr>
            <a:r>
              <a:t>Implementation note: dynamic playlists are better represented with ArrayList&lt;Song&gt;; arrays are demonstrated for fixed-size data and matrix-style summaries.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F7F9FF"/>
                </a:solidFill>
                <a:latin typeface="Aptos"/>
              </a:defRPr>
            </a:pPr>
            <a:r>
              <a:t>CO3 — Classes, Objects &amp; 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515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7C2DA"/>
                </a:solidFill>
                <a:latin typeface="Aptos"/>
              </a:defRPr>
            </a:pPr>
            <a:r>
              <a:t>Model the real-world entities in the music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91440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74720" cy="1874519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4008" cy="17282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SONG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76272"/>
            <a:ext cx="3127248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Fields: title, artist, duration, playCount</a:t>
            </a:r>
            <a:br/>
            <a:r>
              <a:t>Methods: play(), incrementPlayCount(), getSummary()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1874519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719072"/>
            <a:ext cx="64008" cy="1728216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704EEB"/>
                </a:solidFill>
                <a:latin typeface="Aptos"/>
              </a:defRPr>
            </a:pPr>
            <a:r>
              <a:t>PLAYLIST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76272"/>
            <a:ext cx="3127248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Fields: name, List&lt;Song&gt;</a:t>
            </a:r>
            <a:br/>
            <a:r>
              <a:t>Methods: addSong(), removeSong(), findSong(), getTotalDuration()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474720" cy="1874519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19072"/>
            <a:ext cx="64008" cy="1728216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154679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F69B4"/>
                </a:solidFill>
                <a:latin typeface="Aptos"/>
              </a:defRPr>
            </a:pPr>
            <a:r>
              <a:rPr dirty="0"/>
              <a:t>LISTENING</a:t>
            </a:r>
            <a:r>
              <a:rPr lang="en-IN" dirty="0"/>
              <a:t> </a:t>
            </a:r>
            <a:r>
              <a:rPr dirty="0"/>
              <a:t>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76272"/>
            <a:ext cx="3127248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Fields: totalPlays, totalMinutes, play history</a:t>
            </a:r>
            <a:br/>
            <a:r>
              <a:t>Methods: recordPlay(), mostPlayed(), averageDuration()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Aptos"/>
              </a:defRPr>
            </a:pPr>
            <a:r>
              <a:t>OOP concepts demonstrated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10789920" cy="1801519"/>
          </a:xfrm>
          <a:prstGeom prst="rect">
            <a:avLst/>
          </a:prstGeom>
          <a:noFill/>
        </p:spPr>
        <p:txBody>
          <a:bodyPr wrap="square" lIns="54864" tIns="18288" rIns="45720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rPr dirty="0"/>
              <a:t>•  Objects are created from Song, Playlist and Listening</a:t>
            </a:r>
            <a:r>
              <a:rPr lang="en-IN" dirty="0"/>
              <a:t> </a:t>
            </a:r>
            <a:r>
              <a:rPr dirty="0"/>
              <a:t>Stats classes.</a:t>
            </a:r>
          </a:p>
          <a:p>
            <a:pPr>
              <a:spcAft>
                <a:spcPts val="4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rPr dirty="0"/>
              <a:t>•  Constructors </a:t>
            </a:r>
            <a:r>
              <a:rPr lang="en-IN" dirty="0"/>
              <a:t>initialise</a:t>
            </a:r>
            <a:r>
              <a:rPr dirty="0"/>
              <a:t> valid song and playlist data.</a:t>
            </a:r>
          </a:p>
          <a:p>
            <a:pPr>
              <a:spcAft>
                <a:spcPts val="4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rPr dirty="0"/>
              <a:t>•  Encapsulation: private fields with controlled public methods.</a:t>
            </a:r>
          </a:p>
          <a:p>
            <a:pPr>
              <a:spcAft>
                <a:spcPts val="4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rPr dirty="0"/>
              <a:t>•  Access modifiers </a:t>
            </a:r>
            <a:r>
              <a:rPr lang="en-IN" dirty="0"/>
              <a:t>(public)</a:t>
            </a:r>
            <a:r>
              <a:rPr dirty="0"/>
              <a:t> limit visibility appropriately.</a:t>
            </a:r>
          </a:p>
          <a:p>
            <a:pPr>
              <a:spcAft>
                <a:spcPts val="4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rPr dirty="0"/>
              <a:t>•  Static members can hold application-wide constants; recursion may be used for a recursive menu or folder traversal, though iteration is simpler</a:t>
            </a:r>
            <a:r>
              <a:rPr lang="en-IN" dirty="0"/>
              <a:t> </a:t>
            </a:r>
            <a:r>
              <a:rPr dirty="0"/>
              <a:t>for the main menu.</a:t>
            </a:r>
          </a:p>
          <a:p>
            <a:pPr>
              <a:spcAft>
                <a:spcPts val="400"/>
              </a:spcAft>
              <a:defRPr sz="1400">
                <a:solidFill>
                  <a:srgbClr val="F7F9FF"/>
                </a:solidFill>
                <a:latin typeface="Aptos"/>
              </a:defRPr>
            </a:pPr>
            <a:r>
              <a:rPr dirty="0"/>
              <a:t>•  Object relationships: a Playlist has many Song objects; the manager uses a </a:t>
            </a:r>
            <a:r>
              <a:rPr dirty="0" err="1"/>
              <a:t>ListeningStats</a:t>
            </a:r>
            <a:r>
              <a:rPr dirty="0"/>
              <a:t> object.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F7F9FF"/>
                </a:solidFill>
                <a:latin typeface="Aptos"/>
              </a:defRPr>
            </a:pPr>
            <a:r>
              <a:rPr dirty="0"/>
              <a:t>CO4 —</a:t>
            </a:r>
            <a:r>
              <a:rPr lang="en-IN" dirty="0"/>
              <a:t>Exception Handling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515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7C2DA"/>
                </a:solidFill>
                <a:latin typeface="Aptos"/>
              </a:defRPr>
            </a:pPr>
            <a:r>
              <a:t>Make the design extensible without duplicating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91440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74720" cy="196596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64792"/>
            <a:ext cx="64008" cy="181965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82880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INHERITANCE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21992"/>
            <a:ext cx="3127248" cy="13441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Optional model: MediaItem is a base class with shared title and duration; Song extends MediaItem with artist and play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474720" cy="196596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764792"/>
            <a:ext cx="64008" cy="1819656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82880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704EEB"/>
                </a:solidFill>
                <a:latin typeface="Aptos"/>
              </a:defRPr>
            </a:pPr>
            <a:r>
              <a:t>POLYMORPHISM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21992"/>
            <a:ext cx="3127248" cy="13441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A MediaItem reference can point to a Song object. Overridden displayDetails() runs according to the actual object type.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474720" cy="196596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64792"/>
            <a:ext cx="64008" cy="1819656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82880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F69B4"/>
                </a:solidFill>
                <a:latin typeface="Aptos"/>
              </a:defRPr>
            </a:pPr>
            <a:r>
              <a:t>ABSTRACTION &amp; INTERFACES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21992"/>
            <a:ext cx="3127248" cy="13441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An abstract MediaItem can define shared behavior. A Playable interface can declare play(); Song implements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Aptos"/>
              </a:defRPr>
            </a:pPr>
            <a:r>
              <a:t>Example design sketch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34840"/>
            <a:ext cx="6400800" cy="1645920"/>
          </a:xfrm>
          <a:prstGeom prst="roundRect">
            <a:avLst/>
          </a:prstGeom>
          <a:solidFill>
            <a:srgbClr val="090F20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553712"/>
            <a:ext cx="5989320" cy="1417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70E6AA"/>
                </a:solidFill>
                <a:latin typeface="Consolas"/>
              </a:defRPr>
            </a:pPr>
            <a:r>
              <a:t>abstract class MediaItem {</a:t>
            </a:r>
            <a:br/>
            <a:r>
              <a:t>    abstract void displayDetails();</a:t>
            </a:r>
            <a:br/>
            <a:r>
              <a:t>}</a:t>
            </a:r>
            <a:br/>
            <a:r>
              <a:t>interface Playable { void play(); }</a:t>
            </a:r>
            <a:br/>
            <a:r>
              <a:t>class Song extends MediaItem implements Playable {</a:t>
            </a:r>
            <a:br/>
            <a:r>
              <a:t>    @Override void displayDetails() { /* details */ }</a:t>
            </a:r>
            <a:br/>
            <a:r>
              <a:t>    public void play() { /* record play */ }</a:t>
            </a:r>
            <a:br/>
            <a: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480560"/>
            <a:ext cx="388620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7F9FF"/>
                </a:solidFill>
                <a:latin typeface="Aptos"/>
              </a:defRPr>
            </a:pPr>
            <a:r>
              <a:t>Packages organize code (for example, model, service, storage and app). Runtime binding selects an overridden method at execution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156" y="320040"/>
            <a:ext cx="1069848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F7F9FF"/>
                </a:solidFill>
                <a:latin typeface="Aptos"/>
              </a:defRPr>
            </a:pPr>
            <a:r>
              <a:rPr dirty="0"/>
              <a:t>CO5 — </a:t>
            </a:r>
            <a:r>
              <a:rPr lang="en-IN" dirty="0"/>
              <a:t>String/String builder/Stream API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515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7C2DA"/>
                </a:solidFill>
                <a:latin typeface="Aptos"/>
              </a:defRPr>
            </a:pPr>
            <a:r>
              <a:t>Reliable data handling and concise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91440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474720" cy="1874519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73352"/>
            <a:ext cx="64008" cy="17282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73736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EXCEPTIONS + FILE I/O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30552"/>
            <a:ext cx="3127248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Use try/catch for invalid input and file errors. BufferedReader/Writer or Files methods load and save songs and listening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474720" cy="1874519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73352"/>
            <a:ext cx="64008" cy="1728216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73736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704EEB"/>
                </a:solidFill>
                <a:latin typeface="Aptos"/>
              </a:defRPr>
            </a:pPr>
            <a:r>
              <a:t>COLLECTIONS + GENERICS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30552"/>
            <a:ext cx="3127248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ArrayList&lt;Song&gt; stores a changing playlist; HashMap&lt;String, Integer&gt; can count plays by artist. Generics improve type safety.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474720" cy="1874519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73352"/>
            <a:ext cx="64008" cy="1728216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F69B4"/>
                </a:solidFill>
                <a:latin typeface="Aptos"/>
              </a:defRPr>
            </a:pPr>
            <a:r>
              <a:t>LAMBDA + STREAM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30552"/>
            <a:ext cx="3127248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Filter songs by artist, sort by play count, or calculate totals with streams. Optional&lt;Song&gt; safely represents a search that may find no match.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97680"/>
            <a:ext cx="6400800" cy="1417320"/>
          </a:xfrm>
          <a:prstGeom prst="roundRect">
            <a:avLst/>
          </a:prstGeom>
          <a:solidFill>
            <a:srgbClr val="090F20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71700" y="4480560"/>
            <a:ext cx="3886200" cy="12344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7F9FF"/>
                </a:solidFill>
                <a:latin typeface="Aptos"/>
              </a:defRPr>
            </a:pPr>
            <a:r>
              <a:rPr dirty="0"/>
              <a:t>Data flow: validate → update in-memory collections → save to file → reload on startup → generate stats.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F7F9FF"/>
                </a:solidFill>
                <a:latin typeface="Aptos"/>
              </a:defRPr>
            </a:pPr>
            <a:r>
              <a:rPr dirty="0"/>
              <a:t>CO6 — </a:t>
            </a:r>
            <a:r>
              <a:rPr lang="en-IN" dirty="0"/>
              <a:t>Collection</a:t>
            </a:r>
            <a:r>
              <a:rPr dirty="0"/>
              <a:t> &amp; </a:t>
            </a:r>
            <a:r>
              <a:rPr lang="en-IN" dirty="0"/>
              <a:t>Framework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515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7C2DA"/>
                </a:solidFill>
                <a:latin typeface="Aptos"/>
              </a:defRPr>
            </a:pPr>
            <a:r>
              <a:t>Integrated Music Playlist and Listening Stats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91440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561320" cy="713232"/>
          </a:xfrm>
          <a:prstGeom prst="roundRect">
            <a:avLst/>
          </a:prstGeom>
          <a:solidFill>
            <a:srgbClr val="18223E"/>
          </a:solidFill>
          <a:ln>
            <a:solidFill>
              <a:srgbClr val="704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47088"/>
            <a:ext cx="101955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F7F9FF"/>
                </a:solidFill>
                <a:latin typeface="Aptos"/>
              </a:defRPr>
            </a:pPr>
            <a:r>
              <a:rPr dirty="0"/>
              <a:t>  menu • user input • output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51760"/>
            <a:ext cx="10561320" cy="713232"/>
          </a:xfrm>
          <a:prstGeom prst="roundRect">
            <a:avLst/>
          </a:prstGeom>
          <a:solidFill>
            <a:srgbClr val="1822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807208"/>
            <a:ext cx="101955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F7F9FF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PlaylistManager</a:t>
            </a:r>
            <a:r>
              <a:rPr dirty="0"/>
              <a:t> • search • </a:t>
            </a:r>
            <a:r>
              <a:rPr lang="en-IN" dirty="0"/>
              <a:t>song found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77240" y="3611880"/>
            <a:ext cx="10561320" cy="713232"/>
          </a:xfrm>
          <a:prstGeom prst="roundRect">
            <a:avLst/>
          </a:prstGeom>
          <a:solidFill>
            <a:srgbClr val="18223E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67328"/>
            <a:ext cx="101955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F7F9FF"/>
                </a:solidFill>
                <a:latin typeface="Aptos"/>
              </a:defRPr>
            </a:pPr>
            <a:r>
              <a:rPr dirty="0"/>
              <a:t>  Song • Playlist • </a:t>
            </a:r>
            <a:r>
              <a:rPr dirty="0" err="1"/>
              <a:t>ListeningStats</a:t>
            </a:r>
            <a:r>
              <a:rPr dirty="0"/>
              <a:t> 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72000"/>
            <a:ext cx="10561320" cy="713232"/>
          </a:xfrm>
          <a:prstGeom prst="roundRect">
            <a:avLst/>
          </a:prstGeom>
          <a:solidFill>
            <a:srgbClr val="18223E"/>
          </a:solidFill>
          <a:ln>
            <a:solidFill>
              <a:srgbClr val="70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727448"/>
            <a:ext cx="101955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F7F9FF"/>
                </a:solidFill>
                <a:latin typeface="Aptos"/>
              </a:defRPr>
            </a:pPr>
            <a:r>
              <a:rPr dirty="0"/>
              <a:t> load/save • exception handling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06440" y="2423160"/>
            <a:ext cx="457200" cy="201168"/>
          </a:xfrm>
          <a:prstGeom prst="downArrow">
            <a:avLst/>
          </a:prstGeom>
          <a:solidFill>
            <a:srgbClr val="B7C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5806440" y="3383280"/>
            <a:ext cx="457200" cy="201168"/>
          </a:xfrm>
          <a:prstGeom prst="downArrow">
            <a:avLst/>
          </a:prstGeom>
          <a:solidFill>
            <a:srgbClr val="B7C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5806440" y="4343400"/>
            <a:ext cx="457200" cy="201168"/>
          </a:xfrm>
          <a:prstGeom prst="downArrow">
            <a:avLst/>
          </a:prstGeom>
          <a:solidFill>
            <a:srgbClr val="B7C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F7F9FF"/>
                </a:solidFill>
                <a:latin typeface="Aptos"/>
              </a:defRPr>
            </a:pPr>
            <a:r>
              <a:t>Typical workflow: Launch → load saved library → choose menu action → update playlist/play history → calculate insights → save changes → exit.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F7F9FF"/>
                </a:solidFill>
                <a:latin typeface="Aptos"/>
              </a:defRPr>
            </a:pPr>
            <a:r>
              <a:t>Final Integrated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515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7C2DA"/>
                </a:solidFill>
                <a:latin typeface="Aptos"/>
              </a:defRPr>
            </a:pPr>
            <a:r>
              <a:t>How CO1–CO6 work together in one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91440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74720" cy="18288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4008" cy="16824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1  MANAGE MUSIC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76272"/>
            <a:ext cx="3127248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Add a song with title, artist and duration. Browse the library, search titles and organize tracks into named playlists.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18288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719072"/>
            <a:ext cx="64008" cy="1682496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704EEB"/>
                </a:solidFill>
                <a:latin typeface="Aptos"/>
              </a:defRPr>
            </a:pPr>
            <a:r>
              <a:t>2  TRACK LISTENING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76272"/>
            <a:ext cx="3127248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When a track is marked as played, increment its play count and record listening duration/date in the stats component.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474720" cy="182880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19072"/>
            <a:ext cx="64008" cy="1682496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F69B4"/>
                </a:solidFill>
                <a:latin typeface="Aptos"/>
              </a:defRPr>
            </a:pPr>
            <a:r>
              <a:t>3  VIEW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76272"/>
            <a:ext cx="3127248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Generate total plays, total listening time, most-played song, top artists and playlist duration using collections and Stream 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2011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Aptos"/>
              </a:defRPr>
            </a:pPr>
            <a:r>
              <a:t>Example menu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97680"/>
            <a:ext cx="5038344" cy="2027706"/>
          </a:xfrm>
          <a:prstGeom prst="roundRect">
            <a:avLst/>
          </a:prstGeom>
          <a:solidFill>
            <a:srgbClr val="090F20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1325" y="4373283"/>
            <a:ext cx="2838882" cy="19112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70E6AA"/>
                </a:solidFill>
                <a:latin typeface="Consolas"/>
              </a:defRPr>
            </a:pPr>
            <a:r>
              <a:rPr dirty="0"/>
              <a:t>==== MUSIC MANAGER ==</a:t>
            </a:r>
            <a:r>
              <a:rPr lang="en-IN" dirty="0"/>
              <a:t>==</a:t>
            </a:r>
            <a:br>
              <a:rPr dirty="0"/>
            </a:br>
            <a:r>
              <a:rPr dirty="0"/>
              <a:t>1. Add song</a:t>
            </a:r>
            <a:br>
              <a:rPr dirty="0"/>
            </a:br>
            <a:r>
              <a:rPr dirty="0"/>
              <a:t>2. View all songs</a:t>
            </a:r>
            <a:br>
              <a:rPr dirty="0"/>
            </a:br>
            <a:r>
              <a:rPr dirty="0"/>
              <a:t>3. Create playlist</a:t>
            </a:r>
            <a:br>
              <a:rPr dirty="0"/>
            </a:br>
            <a:r>
              <a:rPr dirty="0"/>
              <a:t>4. Add song to playlist</a:t>
            </a:r>
            <a:br>
              <a:rPr dirty="0"/>
            </a:br>
            <a:r>
              <a:rPr dirty="0"/>
              <a:t>5. Record a play</a:t>
            </a:r>
            <a:br>
              <a:rPr dirty="0"/>
            </a:br>
            <a:r>
              <a:rPr dirty="0"/>
              <a:t>6. Search / sort songs</a:t>
            </a:r>
            <a:br>
              <a:rPr dirty="0"/>
            </a:br>
            <a:r>
              <a:rPr dirty="0"/>
              <a:t>7. Listening statistics</a:t>
            </a:r>
            <a:br>
              <a:rPr dirty="0"/>
            </a:br>
            <a:r>
              <a:rPr dirty="0"/>
              <a:t>8. Save and exit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86200"/>
            <a:ext cx="182880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Aptos"/>
              </a:defRPr>
            </a:pPr>
            <a:r>
              <a:rPr dirty="0"/>
              <a:t>CO</a:t>
            </a:r>
            <a:r>
              <a:rPr lang="en-IN" dirty="0"/>
              <a:t>’s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217920" y="4279392"/>
            <a:ext cx="4846320" cy="1429622"/>
          </a:xfrm>
          <a:prstGeom prst="rect">
            <a:avLst/>
          </a:prstGeom>
          <a:noFill/>
        </p:spPr>
        <p:txBody>
          <a:bodyPr wrap="square" lIns="54864" tIns="18288" rIns="45720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7F9FF"/>
                </a:solidFill>
                <a:latin typeface="Aptos"/>
              </a:defRPr>
            </a:pPr>
            <a:r>
              <a:rPr dirty="0"/>
              <a:t>•  CO1:  input/output</a:t>
            </a:r>
          </a:p>
          <a:p>
            <a:pPr>
              <a:spcAft>
                <a:spcPts val="300"/>
              </a:spcAft>
              <a:defRPr sz="1300">
                <a:solidFill>
                  <a:srgbClr val="F7F9FF"/>
                </a:solidFill>
                <a:latin typeface="Aptos"/>
              </a:defRPr>
            </a:pPr>
            <a:r>
              <a:rPr dirty="0"/>
              <a:t>•  CO2: arrays, search and sort</a:t>
            </a:r>
          </a:p>
          <a:p>
            <a:pPr>
              <a:spcAft>
                <a:spcPts val="300"/>
              </a:spcAft>
              <a:defRPr sz="1300">
                <a:solidFill>
                  <a:srgbClr val="F7F9FF"/>
                </a:solidFill>
                <a:latin typeface="Aptos"/>
              </a:defRPr>
            </a:pPr>
            <a:r>
              <a:rPr dirty="0"/>
              <a:t>•  CO3: Song / Playlist / Stats classes</a:t>
            </a:r>
          </a:p>
          <a:p>
            <a:pPr>
              <a:spcAft>
                <a:spcPts val="300"/>
              </a:spcAft>
              <a:defRPr sz="1300">
                <a:solidFill>
                  <a:srgbClr val="F7F9FF"/>
                </a:solidFill>
                <a:latin typeface="Aptos"/>
              </a:defRPr>
            </a:pPr>
            <a:r>
              <a:rPr dirty="0"/>
              <a:t>•  CO4: </a:t>
            </a:r>
            <a:r>
              <a:rPr lang="en-IN" dirty="0"/>
              <a:t>constructors</a:t>
            </a: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F7F9FF"/>
                </a:solidFill>
                <a:latin typeface="Aptos"/>
              </a:defRPr>
            </a:pPr>
            <a:r>
              <a:rPr dirty="0"/>
              <a:t>•  CO5: files, exceptions, collections and streams</a:t>
            </a:r>
            <a:r>
              <a:rPr lang="en-IN" dirty="0"/>
              <a:t> API’S</a:t>
            </a: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F7F9FF"/>
                </a:solidFill>
                <a:latin typeface="Aptos"/>
              </a:defRPr>
            </a:pPr>
            <a:r>
              <a:rPr dirty="0"/>
              <a:t>•  CO6: </a:t>
            </a:r>
            <a:r>
              <a:rPr lang="en-IN" dirty="0"/>
              <a:t>Collection framework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800" b="1">
                <a:solidFill>
                  <a:srgbClr val="F7F9FF"/>
                </a:solidFill>
                <a:latin typeface="Aptos"/>
              </a:defRPr>
            </a:pPr>
            <a:r>
              <a:t>Execution /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5156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7C2DA"/>
                </a:solidFill>
                <a:latin typeface="Aptos"/>
              </a:defRPr>
            </a:pPr>
            <a:r>
              <a:rPr dirty="0"/>
              <a:t>Sample  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91440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7C2D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" y="1172089"/>
            <a:ext cx="7498080" cy="4937760"/>
          </a:xfrm>
          <a:prstGeom prst="roundRect">
            <a:avLst/>
          </a:prstGeom>
          <a:solidFill>
            <a:srgbClr val="070C1A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6334" y="1420128"/>
            <a:ext cx="6903720" cy="426578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70E6AA"/>
                </a:solidFill>
                <a:latin typeface="Consolas"/>
              </a:defRPr>
            </a:pPr>
            <a:r>
              <a:rPr sz="1000" dirty="0"/>
              <a:t>java </a:t>
            </a:r>
            <a:r>
              <a:rPr sz="1000" dirty="0" err="1"/>
              <a:t>MusicManager</a:t>
            </a:r>
            <a:br>
              <a:rPr sz="1000" dirty="0"/>
            </a:br>
            <a:r>
              <a:rPr sz="1000" dirty="0"/>
              <a:t>Loaded 4 so</a:t>
            </a:r>
            <a:r>
              <a:rPr lang="en-IN" sz="1000" dirty="0" err="1"/>
              <a:t>ngs</a:t>
            </a:r>
            <a:br>
              <a:rPr sz="1000" dirty="0"/>
            </a:br>
            <a:br>
              <a:rPr sz="1000" dirty="0"/>
            </a:br>
            <a:r>
              <a:rPr sz="1000" dirty="0"/>
              <a:t>========== MUSIC MANAGER ==========</a:t>
            </a:r>
            <a:br>
              <a:rPr sz="1000" dirty="0"/>
            </a:br>
            <a:r>
              <a:rPr sz="1000" dirty="0"/>
              <a:t>1. Add song</a:t>
            </a:r>
            <a:br>
              <a:rPr sz="1000" dirty="0"/>
            </a:br>
            <a:r>
              <a:rPr sz="1000" dirty="0"/>
              <a:t>2. View all songs</a:t>
            </a:r>
            <a:br>
              <a:rPr sz="1000" dirty="0"/>
            </a:br>
            <a:r>
              <a:rPr sz="1000" dirty="0"/>
              <a:t>3. Create playlist</a:t>
            </a:r>
            <a:br>
              <a:rPr sz="1000" dirty="0"/>
            </a:br>
            <a:r>
              <a:rPr sz="1000" dirty="0"/>
              <a:t>4. Record a play</a:t>
            </a:r>
            <a:br>
              <a:rPr sz="1000" dirty="0"/>
            </a:br>
            <a:r>
              <a:rPr sz="1000" dirty="0"/>
              <a:t>5. Listening statistics</a:t>
            </a:r>
            <a:br>
              <a:rPr sz="1000" dirty="0"/>
            </a:br>
            <a:r>
              <a:rPr sz="1000" dirty="0"/>
              <a:t>6. Save and exit</a:t>
            </a:r>
            <a:br>
              <a:rPr sz="1000" dirty="0"/>
            </a:br>
            <a:r>
              <a:rPr sz="1000" dirty="0"/>
              <a:t>Enter choice: 5</a:t>
            </a:r>
            <a:br>
              <a:rPr sz="1000" dirty="0"/>
            </a:br>
            <a:br>
              <a:rPr sz="1000" dirty="0"/>
            </a:br>
            <a:r>
              <a:rPr sz="1000" dirty="0"/>
              <a:t>========== LISTENING STATISTICS ==========</a:t>
            </a:r>
            <a:br>
              <a:rPr sz="1000" dirty="0"/>
            </a:br>
            <a:r>
              <a:rPr sz="1000" dirty="0"/>
              <a:t>Total songs: 4</a:t>
            </a:r>
            <a:br>
              <a:rPr sz="1000" dirty="0"/>
            </a:br>
            <a:r>
              <a:rPr sz="1000" dirty="0"/>
              <a:t>Total plays: 18</a:t>
            </a:r>
            <a:br>
              <a:rPr sz="1000" dirty="0"/>
            </a:br>
            <a:r>
              <a:rPr sz="1000" dirty="0"/>
              <a:t>Listening time: 64 min</a:t>
            </a:r>
            <a:br>
              <a:rPr sz="1000" dirty="0"/>
            </a:br>
            <a:r>
              <a:rPr sz="1000" dirty="0"/>
              <a:t>Most </a:t>
            </a:r>
            <a:r>
              <a:rPr sz="1000" dirty="0" err="1"/>
              <a:t>playe</a:t>
            </a:r>
            <a:r>
              <a:rPr lang="en-IN" sz="1000" dirty="0"/>
              <a:t>d</a:t>
            </a:r>
            <a:r>
              <a:rPr sz="1000" dirty="0"/>
              <a:t>: </a:t>
            </a:r>
            <a:r>
              <a:rPr lang="en-IN" sz="1000" dirty="0"/>
              <a:t>Perfect</a:t>
            </a:r>
          </a:p>
          <a:p>
            <a:pPr>
              <a:defRPr sz="1400" b="0">
                <a:solidFill>
                  <a:srgbClr val="70E6AA"/>
                </a:solidFill>
                <a:latin typeface="Consolas"/>
              </a:defRPr>
            </a:pPr>
            <a:r>
              <a:rPr lang="en-IN" sz="1000" dirty="0"/>
              <a:t>Plays count:7</a:t>
            </a:r>
            <a:br>
              <a:rPr sz="1000" dirty="0"/>
            </a:br>
            <a:r>
              <a:rPr sz="1000" dirty="0"/>
              <a:t>Top artist: A. Rivera</a:t>
            </a:r>
            <a:br>
              <a:rPr sz="1000" dirty="0"/>
            </a:br>
            <a:r>
              <a:rPr sz="1000" dirty="0"/>
              <a:t>Playlist duration: 42 min</a:t>
            </a:r>
            <a:br>
              <a:rPr sz="1000" dirty="0"/>
            </a:br>
            <a:br>
              <a:rPr sz="1000" dirty="0"/>
            </a:br>
            <a:r>
              <a:rPr sz="1000" dirty="0"/>
              <a:t>Data saved </a:t>
            </a:r>
            <a:r>
              <a:rPr sz="1000" dirty="0" err="1"/>
              <a:t>successfull</a:t>
            </a:r>
            <a:r>
              <a:rPr lang="en-IN" sz="1000" dirty="0"/>
              <a:t>y</a:t>
            </a:r>
            <a:r>
              <a:rPr sz="1000" dirty="0"/>
              <a:t>!</a:t>
            </a:r>
            <a:endParaRPr lang="en-IN" sz="1000" dirty="0"/>
          </a:p>
          <a:p>
            <a:pPr>
              <a:defRPr sz="1400" b="0">
                <a:solidFill>
                  <a:srgbClr val="70E6AA"/>
                </a:solidFill>
                <a:latin typeface="Consolas"/>
              </a:defRPr>
            </a:pPr>
            <a:endParaRPr lang="en-IN" sz="1000" dirty="0"/>
          </a:p>
          <a:p>
            <a:pPr>
              <a:defRPr sz="1400" b="0">
                <a:solidFill>
                  <a:srgbClr val="70E6AA"/>
                </a:solidFill>
                <a:latin typeface="Consolas"/>
              </a:defRPr>
            </a:pPr>
            <a:endParaRPr lang="en-IN" sz="1000" dirty="0"/>
          </a:p>
          <a:p>
            <a:pPr>
              <a:defRPr sz="1400" b="0">
                <a:solidFill>
                  <a:srgbClr val="70E6AA"/>
                </a:solidFill>
                <a:latin typeface="Consolas"/>
              </a:defRPr>
            </a:pPr>
            <a:endParaRPr lang="en-IN" sz="1000" dirty="0"/>
          </a:p>
          <a:p>
            <a:pPr>
              <a:defRPr sz="1400" b="0">
                <a:solidFill>
                  <a:srgbClr val="70E6AA"/>
                </a:solidFill>
                <a:latin typeface="Consolas"/>
              </a:defRPr>
            </a:pPr>
            <a:endParaRPr lang="en-IN" sz="1000" dirty="0"/>
          </a:p>
          <a:p>
            <a:pPr>
              <a:defRPr sz="1400" b="0">
                <a:solidFill>
                  <a:srgbClr val="70E6AA"/>
                </a:solidFill>
                <a:latin typeface="Consolas"/>
              </a:defRPr>
            </a:pPr>
            <a:r>
              <a:rPr lang="en-IN" sz="1000" dirty="0"/>
              <a:t>GIT HUB LINK: </a:t>
            </a:r>
            <a:r>
              <a:rPr lang="en-IN" sz="1000" dirty="0">
                <a:hlinkClick r:id="rId2" action="ppaction://hlinksldjump"/>
              </a:rPr>
              <a:t>https://github.com/LikhitaJujjavarapu/KLH-CSE-Y26-JAVA_MUSIC_STATS_MANAGER</a:t>
            </a:r>
            <a:endParaRPr lang="en-IN" sz="1000" dirty="0"/>
          </a:p>
        </p:txBody>
      </p:sp>
      <p:sp>
        <p:nvSpPr>
          <p:cNvPr id="10" name="Rounded Rectangle 9"/>
          <p:cNvSpPr/>
          <p:nvPr/>
        </p:nvSpPr>
        <p:spPr>
          <a:xfrm>
            <a:off x="8458200" y="1691640"/>
            <a:ext cx="2926080" cy="123444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1764792"/>
            <a:ext cx="64008" cy="108813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DEMO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221992"/>
            <a:ext cx="2578608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F7F9FF"/>
                </a:solidFill>
                <a:latin typeface="Aptos"/>
              </a:defRPr>
            </a:pPr>
            <a:r>
              <a:t>✓ Add and list songs</a:t>
            </a:r>
            <a:br/>
            <a:r>
              <a:t>✓ Create playlist</a:t>
            </a:r>
            <a:br/>
            <a:r>
              <a:t>✓ Record plays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22208" y="4781087"/>
            <a:ext cx="2926080" cy="1234440"/>
          </a:xfrm>
          <a:prstGeom prst="roundRect">
            <a:avLst/>
          </a:prstGeom>
          <a:solidFill>
            <a:srgbClr val="18223E"/>
          </a:solidFill>
          <a:ln>
            <a:solidFill>
              <a:srgbClr val="37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flipH="1">
            <a:off x="8509454" y="4872527"/>
            <a:ext cx="96014" cy="1088136"/>
          </a:xfrm>
          <a:prstGeom prst="rect">
            <a:avLst/>
          </a:prstGeom>
          <a:solidFill>
            <a:srgbClr val="704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4872527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704EEB"/>
                </a:solidFill>
                <a:latin typeface="Aptos"/>
              </a:defRPr>
            </a:pPr>
            <a:r>
              <a:rPr dirty="0"/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5170414"/>
            <a:ext cx="2029686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F7F9FF"/>
                </a:solidFill>
                <a:latin typeface="Aptos"/>
              </a:defRPr>
            </a:pPr>
            <a:r>
              <a:rPr dirty="0"/>
              <a:t>✓ Search / sort results</a:t>
            </a:r>
            <a:br>
              <a:rPr dirty="0"/>
            </a:br>
            <a:r>
              <a:rPr dirty="0"/>
              <a:t>✓ Stats are consistent</a:t>
            </a:r>
            <a:br>
              <a:rPr dirty="0"/>
            </a:br>
            <a:r>
              <a:rPr dirty="0"/>
              <a:t>✓ Save and reload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1406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Playlist and Listening Stats Manager</dc:title>
  <dc:subject>CO-wise Java project presentation</dc:subject>
  <dc:creator>OpenAI</dc:creator>
  <cp:keywords>Java, playlist, listening statistics, CO1, CO2, CO3, CO4, CO5, CO6</cp:keywords>
  <dc:description>generated using python-pptx</dc:description>
  <cp:lastModifiedBy>USER</cp:lastModifiedBy>
  <cp:revision>5</cp:revision>
  <dcterms:created xsi:type="dcterms:W3CDTF">2013-01-27T09:14:16Z</dcterms:created>
  <dcterms:modified xsi:type="dcterms:W3CDTF">2026-10-16T03:45:33Z</dcterms:modified>
  <cp:category/>
</cp:coreProperties>
</file>